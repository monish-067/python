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77065" cy="6858000"/>
  <p:notesSz cx="6858000" cy="121770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1965960"/>
            <a:ext cx="10714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 ·  CO5-AT1 HACKATHON &amp; MINI PROJECT</a:t>
            </a:r>
            <a:endParaRPr lang="en-US" sz="13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331720"/>
            <a:ext cx="1071402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Access &amp; Query Tool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1645920" y="3703320"/>
            <a:ext cx="888522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an SQL database, executing queries, and displaying results programmatically using Python and SQLite.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5539892" y="4526280"/>
            <a:ext cx="1097280" cy="0"/>
          </a:xfrm>
          <a:prstGeom prst="line">
            <a:avLst/>
          </a:prstGeom>
          <a:noFill/>
          <a:ln w="25400">
            <a:solidFill>
              <a:srgbClr val="1F6FB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645920" y="4754880"/>
            <a:ext cx="88852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5138928"/>
            <a:ext cx="88852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 L   [1972260035B]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5522976"/>
            <a:ext cx="88852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— CO5-AT1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5907024"/>
            <a:ext cx="88852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28/08/2026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1600200"/>
            <a:ext cx="1071402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day-to-day data tasks — checking records, filtering results, or updating a table — require jumping between a database client and a script. This project builds a lightweight Python tool that removes that friction: it connects directly to a SQL database, accepts and executes queries, and neatly displays the results, all from a single script.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31520" y="3017520"/>
            <a:ext cx="566928" cy="566928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7" name="Image 2" descr="/home/claude/sqltool/icon_plu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3164921"/>
            <a:ext cx="272125" cy="27212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08760" y="299923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508760" y="3310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a live connection to a SQLite database file using Python's built-in sqlite3 module.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731520" y="4069080"/>
            <a:ext cx="566928" cy="566928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1" name="Image 3" descr="/home/claude/sqltool/icon_termina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921" y="4216481"/>
            <a:ext cx="272125" cy="27212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508760" y="405079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1508760" y="4361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SQL statements (SELECT, INSERT, UPDATE, DELETE) and runs them against the connected database.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731520" y="5120640"/>
            <a:ext cx="566928" cy="566928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5" name="Image 4" descr="/home/claude/sqltool/icon_deskto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" y="5268041"/>
            <a:ext cx="272125" cy="27212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508760" y="51023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Display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1508760" y="5413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and formats query output into clean, readable tables printed to the console.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1417320"/>
            <a:ext cx="10714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is designed to achieve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731520" y="192024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8" name="Image 2" descr="/home/claude/sqltool/icon_bullsey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" y="2279599"/>
            <a:ext cx="241402" cy="2414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278892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DB Connectivity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313639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close SQLite connections safely, handling missing files and errors gracefully.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409542" y="192024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638142" y="214884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3" name="Image 3" descr="/home/claude/sqltool/icon_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901" y="2279599"/>
            <a:ext cx="241402" cy="2414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638142" y="278892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Query Input</a:t>
            </a:r>
            <a:endParaRPr lang="en-US" sz="1350" dirty="0"/>
          </a:p>
        </p:txBody>
      </p:sp>
      <p:sp>
        <p:nvSpPr>
          <p:cNvPr id="15" name="Text 9"/>
          <p:cNvSpPr txBox="1"/>
          <p:nvPr/>
        </p:nvSpPr>
        <p:spPr>
          <a:xfrm>
            <a:off x="4638142" y="313639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arbitrary SQL — schema creation, retrieval, insertion, updates, and deletion.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8087563" y="192024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8316163" y="214884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8" name="Image 4" descr="/home/claude/sqltool/icon_tab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922" y="2279599"/>
            <a:ext cx="241402" cy="24140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16163" y="278892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Output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8316163" y="313639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fetched rows and column headers in a clean, tabular console format.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731520" y="416052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60120" y="438912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23" name="Image 5" descr="/home/claude/sqltool/icon_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879" y="4519879"/>
            <a:ext cx="241402" cy="24140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60120" y="502920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Execution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960120" y="537667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parameterized queries to prevent SQL injection and validate input.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4409542" y="416052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638142" y="438912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28" name="Image 6" descr="/home/claude/sqltool/icon_exchang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8901" y="4519879"/>
            <a:ext cx="241402" cy="24140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4638142" y="502920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Design</a:t>
            </a:r>
            <a:endParaRPr lang="en-US" sz="1350" dirty="0"/>
          </a:p>
        </p:txBody>
      </p:sp>
      <p:sp>
        <p:nvSpPr>
          <p:cNvPr id="30" name="Text 21"/>
          <p:cNvSpPr txBox="1"/>
          <p:nvPr/>
        </p:nvSpPr>
        <p:spPr>
          <a:xfrm>
            <a:off x="4638142" y="537667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connection and query logic into functions/classes reusable across projects.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8087563" y="4160520"/>
            <a:ext cx="3357982" cy="1920240"/>
          </a:xfrm>
          <a:prstGeom prst="roundRect">
            <a:avLst>
              <a:gd name="adj" fmla="val 3810"/>
            </a:avLst>
          </a:prstGeom>
          <a:solidFill>
            <a:srgbClr val="F4F6F8"/>
          </a:solidFill>
          <a:ln w="9525">
            <a:solidFill>
              <a:srgbClr val="DADF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316163" y="4389120"/>
            <a:ext cx="502920" cy="50292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33" name="Image 7" descr="/home/claude/sqltool/icon_clipboar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6922" y="4519879"/>
            <a:ext cx="241402" cy="2414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316163" y="5029200"/>
            <a:ext cx="290078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350" dirty="0"/>
          </a:p>
        </p:txBody>
      </p:sp>
      <p:sp>
        <p:nvSpPr>
          <p:cNvPr id="35" name="Text 25"/>
          <p:cNvSpPr txBox="1"/>
          <p:nvPr/>
        </p:nvSpPr>
        <p:spPr>
          <a:xfrm>
            <a:off x="8316163" y="5376672"/>
            <a:ext cx="29007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acquiring structured data from a persistent store for reporting.</a:t>
            </a:r>
            <a:endParaRPr lang="en-US" sz="1050" dirty="0"/>
          </a:p>
        </p:txBody>
      </p:sp>
      <p:sp>
        <p:nvSpPr>
          <p:cNvPr id="36" name="Text 26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Used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31520" y="1691640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932688" y="2071116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7" name="Image 2" descr="/home/claude/sqltool/icon_python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2225650"/>
            <a:ext cx="285293" cy="285293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64208" y="1837944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sqlite3 Module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1664208" y="2167128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library providing connect(), cursor(), execute() and fetch methods.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6271412" y="1691640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472580" y="2071116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2" name="Image 3" descr="/home/claude/sqltool/icon_plu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114" y="2225650"/>
            <a:ext cx="285293" cy="28529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204100" y="1837944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&amp; Cursor Objects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7204100" y="2167128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manages the DB session; the Cursor executes and traverses results.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731520" y="3319272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932688" y="3698748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7" name="Image 4" descr="/home/claude/sqltool/icon_termina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2" y="3853282"/>
            <a:ext cx="285293" cy="285293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64208" y="3465576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Language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1664208" y="3794760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INSERT, UPDATE, DELETE and DDL statements to define and manipulate data.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6271412" y="3319272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6472580" y="3698748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22" name="Image 5" descr="/home/claude/sqltool/icon_shiel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114" y="3853282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204100" y="3465576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7204100" y="3794760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? placeholders with execute(query, params) to bind values safely.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731520" y="4946904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32688" y="5326380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27" name="Image 6" descr="/home/claude/sqltool/icon_layer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222" y="5480914"/>
            <a:ext cx="285293" cy="285293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664208" y="5093208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&amp; Commit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1664208" y="5422392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conn.commit() persists changes; conn.rollback() reverts on error.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271412" y="4946904"/>
            <a:ext cx="51741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472580" y="5326380"/>
            <a:ext cx="594360" cy="59436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32" name="Image 7" descr="/home/claude/sqltool/icon_tabl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7114" y="5480914"/>
            <a:ext cx="285293" cy="285293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204100" y="5093208"/>
            <a:ext cx="4058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Formatting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7204100" y="5422392"/>
            <a:ext cx="405856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fetchall() output with headers into aligned, readable tables.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1417320"/>
            <a:ext cx="10714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travels from input to displayed result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731520" y="2331720"/>
            <a:ext cx="1828800" cy="2286000"/>
          </a:xfrm>
          <a:prstGeom prst="roundRect">
            <a:avLst>
              <a:gd name="adj" fmla="val 5000"/>
            </a:avLst>
          </a:prstGeom>
          <a:ln w="12700">
            <a:solidFill>
              <a:srgbClr val="1F6FB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371600" y="2587752"/>
            <a:ext cx="548640" cy="548640"/>
          </a:xfrm>
          <a:prstGeom prst="ellipse">
            <a:avLst/>
          </a:prstGeom>
          <a:solidFill>
            <a:srgbClr val="12385E"/>
          </a:solidFill>
          <a:ln/>
        </p:spPr>
      </p:sp>
      <p:pic>
        <p:nvPicPr>
          <p:cNvPr id="8" name="Image 2" descr="/home/claude/sqltool/icon_termina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246" y="2730398"/>
            <a:ext cx="263347" cy="26334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22960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841248" y="3703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entered via script or CLI</a:t>
            </a:r>
            <a:endParaRPr lang="en-US" sz="950" dirty="0"/>
          </a:p>
        </p:txBody>
      </p:sp>
      <p:sp>
        <p:nvSpPr>
          <p:cNvPr id="11" name="Text 6"/>
          <p:cNvSpPr txBox="1"/>
          <p:nvPr/>
        </p:nvSpPr>
        <p:spPr>
          <a:xfrm>
            <a:off x="804672" y="2020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2619196" y="3392424"/>
            <a:ext cx="274754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13" name="Shape 8"/>
          <p:cNvSpPr/>
          <p:nvPr/>
        </p:nvSpPr>
        <p:spPr>
          <a:xfrm>
            <a:off x="2952826" y="2331720"/>
            <a:ext cx="1828800" cy="2286000"/>
          </a:xfrm>
          <a:prstGeom prst="roundRect">
            <a:avLst>
              <a:gd name="adj" fmla="val 5000"/>
            </a:avLst>
          </a:prstGeom>
          <a:ln w="12700">
            <a:solidFill>
              <a:srgbClr val="1F6FB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592906" y="2587752"/>
            <a:ext cx="548640" cy="548640"/>
          </a:xfrm>
          <a:prstGeom prst="ellipse">
            <a:avLst/>
          </a:prstGeom>
          <a:solidFill>
            <a:srgbClr val="12385E"/>
          </a:solidFill>
          <a:ln/>
        </p:spPr>
      </p:sp>
      <p:pic>
        <p:nvPicPr>
          <p:cNvPr id="15" name="Image 3" descr="/home/claude/sqltool/icon_plu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553" y="2730398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044266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3062554" y="3703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sqlite3.connect() opens the .db file</a:t>
            </a:r>
            <a:endParaRPr lang="en-US" sz="950" dirty="0"/>
          </a:p>
        </p:txBody>
      </p:sp>
      <p:sp>
        <p:nvSpPr>
          <p:cNvPr id="18" name="Text 12"/>
          <p:cNvSpPr txBox="1"/>
          <p:nvPr/>
        </p:nvSpPr>
        <p:spPr>
          <a:xfrm>
            <a:off x="3025978" y="2020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840502" y="3392424"/>
            <a:ext cx="274754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20" name="Shape 14"/>
          <p:cNvSpPr/>
          <p:nvPr/>
        </p:nvSpPr>
        <p:spPr>
          <a:xfrm>
            <a:off x="5174132" y="2331720"/>
            <a:ext cx="1828800" cy="2286000"/>
          </a:xfrm>
          <a:prstGeom prst="roundRect">
            <a:avLst>
              <a:gd name="adj" fmla="val 5000"/>
            </a:avLst>
          </a:prstGeom>
          <a:ln w="12700">
            <a:solidFill>
              <a:srgbClr val="1F6FB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814212" y="2587752"/>
            <a:ext cx="548640" cy="548640"/>
          </a:xfrm>
          <a:prstGeom prst="ellipse">
            <a:avLst/>
          </a:prstGeom>
          <a:solidFill>
            <a:srgbClr val="12385E"/>
          </a:solidFill>
          <a:ln/>
        </p:spPr>
      </p:sp>
      <p:pic>
        <p:nvPicPr>
          <p:cNvPr id="22" name="Image 4" descr="/home/claude/sqltool/icon_cod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859" y="2730398"/>
            <a:ext cx="263347" cy="263347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265572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283860" y="3703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cursor.execute(query, params) runs it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5247284" y="2020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7061808" y="3392424"/>
            <a:ext cx="274754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27" name="Shape 20"/>
          <p:cNvSpPr/>
          <p:nvPr/>
        </p:nvSpPr>
        <p:spPr>
          <a:xfrm>
            <a:off x="7395439" y="2331720"/>
            <a:ext cx="1828800" cy="2286000"/>
          </a:xfrm>
          <a:prstGeom prst="roundRect">
            <a:avLst>
              <a:gd name="adj" fmla="val 5000"/>
            </a:avLst>
          </a:prstGeom>
          <a:ln w="12700">
            <a:solidFill>
              <a:srgbClr val="1F6FB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035519" y="2587752"/>
            <a:ext cx="548640" cy="548640"/>
          </a:xfrm>
          <a:prstGeom prst="ellipse">
            <a:avLst/>
          </a:prstGeom>
          <a:solidFill>
            <a:srgbClr val="12385E"/>
          </a:solidFill>
          <a:ln/>
        </p:spPr>
      </p:sp>
      <p:pic>
        <p:nvPicPr>
          <p:cNvPr id="29" name="Image 5" descr="/home/claude/sqltool/icon_tab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165" y="2730398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486879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505167" y="3703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fetchall() / fetchone() retrieves rows</a:t>
            </a:r>
            <a:endParaRPr lang="en-US" sz="950" dirty="0"/>
          </a:p>
        </p:txBody>
      </p:sp>
      <p:sp>
        <p:nvSpPr>
          <p:cNvPr id="32" name="Text 24"/>
          <p:cNvSpPr txBox="1"/>
          <p:nvPr/>
        </p:nvSpPr>
        <p:spPr>
          <a:xfrm>
            <a:off x="7468591" y="2020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9283115" y="3392424"/>
            <a:ext cx="274754" cy="164592"/>
          </a:xfrm>
          <a:prstGeom prst="rightArrow">
            <a:avLst/>
          </a:prstGeom>
          <a:solidFill>
            <a:srgbClr val="000000"/>
          </a:solidFill>
          <a:ln/>
        </p:spPr>
      </p:sp>
      <p:sp>
        <p:nvSpPr>
          <p:cNvPr id="34" name="Shape 26"/>
          <p:cNvSpPr/>
          <p:nvPr/>
        </p:nvSpPr>
        <p:spPr>
          <a:xfrm>
            <a:off x="9616745" y="2331720"/>
            <a:ext cx="1828800" cy="2286000"/>
          </a:xfrm>
          <a:prstGeom prst="roundRect">
            <a:avLst>
              <a:gd name="adj" fmla="val 5000"/>
            </a:avLst>
          </a:prstGeom>
          <a:ln w="12700">
            <a:solidFill>
              <a:srgbClr val="1F6FB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10256825" y="2587752"/>
            <a:ext cx="548640" cy="548640"/>
          </a:xfrm>
          <a:prstGeom prst="ellipse">
            <a:avLst/>
          </a:prstGeom>
          <a:solidFill>
            <a:srgbClr val="12385E"/>
          </a:solidFill>
          <a:ln/>
        </p:spPr>
      </p:sp>
      <p:pic>
        <p:nvPicPr>
          <p:cNvPr id="36" name="Image 6" descr="/home/claude/sqltool/icon_desktop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9471" y="2730398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708185" y="32918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38" name="Text 29"/>
          <p:cNvSpPr txBox="1"/>
          <p:nvPr/>
        </p:nvSpPr>
        <p:spPr>
          <a:xfrm>
            <a:off x="9726473" y="3703320"/>
            <a:ext cx="16093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formatted and printed as a table</a:t>
            </a:r>
            <a:endParaRPr lang="en-US" sz="950" dirty="0"/>
          </a:p>
        </p:txBody>
      </p:sp>
      <p:sp>
        <p:nvSpPr>
          <p:cNvPr id="39" name="Text 30"/>
          <p:cNvSpPr txBox="1"/>
          <p:nvPr/>
        </p:nvSpPr>
        <p:spPr>
          <a:xfrm>
            <a:off x="9689897" y="20208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31520" y="5166360"/>
            <a:ext cx="107140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wraps this pipeline in reusable functions — run_query() for reads and execute_query() for writes — so any part of a Python application can request data without re-writing connection logic.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Implementation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31520" y="1691640"/>
            <a:ext cx="6492240" cy="4572000"/>
          </a:xfrm>
          <a:prstGeom prst="roundRect">
            <a:avLst>
              <a:gd name="adj" fmla="val 1600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0" y="1828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db_tool.py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214884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A6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7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SQLTool: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db_name):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self.conn = sqlite3.connect(db_name)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 = self.conn.cursor()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run_query(self, query, params=()):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self.cur.execute(query, params)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cols = [d[0] for d in self.cur.description]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cols, self.cur.fetchall()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execute_query(self, query, params=()):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self.cur.execute(query, params)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self.conn.commit()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self.cur.rowcount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745236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Highlights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452360" y="224028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0" name="Image 2" descr="/home/claude/sqltool/icon_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2" y="235915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46720" y="222199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binding avoids injection risk and handles types automatically.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7452360" y="320040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3" name="Image 3" descr="/home/claude/sqltool/icon_exchan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3319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046720" y="318211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 encapsulates connection lifecycle — open once, reuse across queries.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452360" y="4160520"/>
            <a:ext cx="457200" cy="45720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16" name="Image 4" descr="/home/claude/sqltool/icon_tab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2" y="427939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046720" y="4142232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captured from cursor.description for labeled result tables.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7452360" y="52578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7635240" y="5358384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sqlite3.Error blocks catch errors, roll back on failure, and report a clear message instead of crashing.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— Sample Run</a:t>
            </a:r>
            <a:endParaRPr lang="en-US" sz="30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1417320"/>
            <a:ext cx="1071402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table, inserting records, and querying results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19659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Executed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731520" y="2377440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41248" y="24505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2450592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students (id INTEGER PRIMARY KEY, name TEXT, marks INTEGER)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31520" y="3310128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41248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1143000" y="3383280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VALUES (1,'Aakash',91), (2,'Divya',87), (3,'Rohan',76)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31520" y="4242816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1248" y="4315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4315968"/>
            <a:ext cx="5349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marks FROM students WHERE marks &gt; 80 ORDER BY marks DESC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90372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Result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903720" y="2377440"/>
            <a:ext cx="457200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ADF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606040"/>
          <a:ext cx="4023360" cy="1280160"/>
        </p:xfrm>
        <a:graphic>
          <a:graphicData uri="http://schemas.openxmlformats.org/drawingml/2006/table">
            <a:tbl>
              <a:tblPr/>
              <a:tblGrid>
                <a:gridCol w="246888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85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Aakash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7178040" y="39776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rows returned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178040" y="42976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5EA53B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178040" y="42976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A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✓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549640" y="42976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5EA53B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549640" y="42976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A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✓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921240" y="4297680"/>
            <a:ext cx="1234440" cy="438912"/>
          </a:xfrm>
          <a:prstGeom prst="roundRect">
            <a:avLst>
              <a:gd name="adj" fmla="val 50000"/>
            </a:avLst>
          </a:prstGeom>
          <a:solidFill>
            <a:srgbClr val="F4F6F8"/>
          </a:solidFill>
          <a:ln w="12700">
            <a:solidFill>
              <a:srgbClr val="5EA53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921240" y="429768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A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✓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731520" y="5257800"/>
            <a:ext cx="1071402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prints acquired data as an aligned table — column headers on top, values beneath — instead of raw Python tuples, making results immediately usable for reporting or further analysis.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Highlights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31520" y="1691640"/>
            <a:ext cx="2472766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1828800"/>
            <a:ext cx="24727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868680" y="2542032"/>
            <a:ext cx="21984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Operations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880360"/>
            <a:ext cx="2198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INSERT, SELECT, UPDATE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478606" y="1691640"/>
            <a:ext cx="2472766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78606" y="1828800"/>
            <a:ext cx="24727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3615766" y="2542032"/>
            <a:ext cx="21984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Database File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3615766" y="2880360"/>
            <a:ext cx="2198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server dependency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225692" y="1691640"/>
            <a:ext cx="2472766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225692" y="1828800"/>
            <a:ext cx="24727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6362852" y="2542032"/>
            <a:ext cx="21984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362852" y="2880360"/>
            <a:ext cx="2198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string-formatted SQL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972779" y="1691640"/>
            <a:ext cx="2472766" cy="1737360"/>
          </a:xfrm>
          <a:prstGeom prst="roundRect">
            <a:avLst>
              <a:gd name="adj" fmla="val 4211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972779" y="1828800"/>
            <a:ext cx="247276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&lt;5ms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9109939" y="2542032"/>
            <a:ext cx="219844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Query Time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9109939" y="2880360"/>
            <a:ext cx="2198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sample dataset queries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731520" y="3886200"/>
            <a:ext cx="1071402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demonstrates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731520" y="4343400"/>
            <a:ext cx="329184" cy="329184"/>
          </a:xfrm>
          <a:prstGeom prst="ellipse">
            <a:avLst/>
          </a:prstGeom>
          <a:solidFill>
            <a:srgbClr val="5EA53B"/>
          </a:solidFill>
          <a:ln/>
        </p:spPr>
      </p:sp>
      <p:pic>
        <p:nvPicPr>
          <p:cNvPr id="23" name="Image 2" descr="/home/claude/sqltool/icon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08" y="4428988"/>
            <a:ext cx="158008" cy="1580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234440" y="42976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acquisition — from a persistent SQLite store to a formatted, human-readable result set.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31520" y="4937760"/>
            <a:ext cx="329184" cy="329184"/>
          </a:xfrm>
          <a:prstGeom prst="ellipse">
            <a:avLst/>
          </a:prstGeom>
          <a:solidFill>
            <a:srgbClr val="5EA53B"/>
          </a:solidFill>
          <a:ln/>
        </p:spPr>
      </p:sp>
      <p:pic>
        <p:nvPicPr>
          <p:cNvPr id="26" name="Image 3" descr="/home/claude/sqltool/icon_che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08" y="5023348"/>
            <a:ext cx="158008" cy="15800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234440" y="48920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reusable database access patterns applicable beyond this project to any Python + SQL integration.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731520" y="5532120"/>
            <a:ext cx="329184" cy="329184"/>
          </a:xfrm>
          <a:prstGeom prst="ellipse">
            <a:avLst/>
          </a:prstGeom>
          <a:solidFill>
            <a:srgbClr val="5EA53B"/>
          </a:solidFill>
          <a:ln/>
        </p:spPr>
      </p:sp>
      <p:pic>
        <p:nvPicPr>
          <p:cNvPr id="29" name="Image 4" descr="/home/claude/sqltool/icon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08" y="5617708"/>
            <a:ext cx="158008" cy="1580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54864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that can be extended with a CLI, GUI (Tkinter), or web interface without changing the core logic.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628072" y="292608"/>
            <a:ext cx="8738047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73152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5EA53B"/>
          </a:solidFill>
          <a:ln/>
        </p:spPr>
      </p:sp>
      <p:pic>
        <p:nvPicPr>
          <p:cNvPr id="7" name="Image 2" descr="/home/claude/sqltool/icon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86" y="2108606"/>
            <a:ext cx="263347" cy="263347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91640" y="20391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1005840" y="2706624"/>
            <a:ext cx="82296" cy="82296"/>
          </a:xfrm>
          <a:prstGeom prst="ellipse">
            <a:avLst/>
          </a:prstGeom>
          <a:solidFill>
            <a:srgbClr val="5EA53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1234440" y="25786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Python-based tool that connects to a SQLite database, executes SQL queries, and displays results in a readable format.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005840" y="3621024"/>
            <a:ext cx="82296" cy="82296"/>
          </a:xfrm>
          <a:prstGeom prst="ellipse">
            <a:avLst/>
          </a:prstGeom>
          <a:solidFill>
            <a:srgbClr val="5EA53B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1234440" y="34930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the full data-acquisition cycle: connect → query → fetch → format → display.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1005840" y="4535424"/>
            <a:ext cx="82296" cy="82296"/>
          </a:xfrm>
          <a:prstGeom prst="ellipse">
            <a:avLst/>
          </a:prstGeom>
          <a:solidFill>
            <a:srgbClr val="5EA53B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1234440" y="44074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secure coding practice via parameterized queries and structured error handling.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16916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4F6F8"/>
          </a:solidFill>
          <a:ln w="12700">
            <a:solidFill>
              <a:srgbClr val="DADF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E8722A"/>
          </a:solidFill>
          <a:ln/>
        </p:spPr>
      </p:sp>
      <p:pic>
        <p:nvPicPr>
          <p:cNvPr id="17" name="Image 3" descr="/home/claude/sqltool/icon_rocke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10860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20391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6446520" y="2706624"/>
            <a:ext cx="82296" cy="82296"/>
          </a:xfrm>
          <a:prstGeom prst="ellipse">
            <a:avLst/>
          </a:prstGeom>
          <a:solidFill>
            <a:srgbClr val="E8722A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675120" y="25786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GUI (Tkinter/Streamlit) for non-technical users to run queries visually.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446520" y="3621024"/>
            <a:ext cx="82296" cy="82296"/>
          </a:xfrm>
          <a:prstGeom prst="ellipse">
            <a:avLst/>
          </a:prstGeom>
          <a:solidFill>
            <a:srgbClr val="E8722A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75120" y="34930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support to MySQL/PostgreSQL via a common interface for production-scale databases.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46520" y="4535424"/>
            <a:ext cx="82296" cy="82296"/>
          </a:xfrm>
          <a:prstGeom prst="ellipse">
            <a:avLst/>
          </a:prstGeom>
          <a:solidFill>
            <a:srgbClr val="E8722A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675120" y="44074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query results directly to CSV/Excel for reporting workflows.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153698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im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979" y="191426"/>
            <a:ext cx="1133933" cy="1341484"/>
          </a:xfrm>
          <a:prstGeom prst="rect">
            <a:avLst/>
          </a:prstGeom>
        </p:spPr>
      </p:pic>
      <p:pic>
        <p:nvPicPr>
          <p:cNvPr id="3" name="Image 1" descr="/home/claude/simats_se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279" y="191426"/>
            <a:ext cx="1518529" cy="134148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585612" y="2103120"/>
            <a:ext cx="1005840" cy="1005840"/>
          </a:xfrm>
          <a:prstGeom prst="ellipse">
            <a:avLst/>
          </a:prstGeom>
          <a:solidFill>
            <a:srgbClr val="1F6FB2"/>
          </a:solidFill>
          <a:ln/>
        </p:spPr>
      </p:sp>
      <p:pic>
        <p:nvPicPr>
          <p:cNvPr id="5" name="Image 2" descr="/home/claude/sqltool/icon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131" y="2364638"/>
            <a:ext cx="482803" cy="482803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0" y="3337560"/>
            <a:ext cx="1217706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7" name="Text 2"/>
          <p:cNvSpPr txBox="1"/>
          <p:nvPr/>
        </p:nvSpPr>
        <p:spPr>
          <a:xfrm>
            <a:off x="0" y="4069080"/>
            <a:ext cx="121770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Access &amp; Query Tool  ·  Questions Welcome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0" y="4480560"/>
            <a:ext cx="121770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Monish L  |  1972260035B  |  Python Programming — CO5-AT1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2026-08-28T00:49:12Z</dcterms:created>
  <dcterms:modified xsi:type="dcterms:W3CDTF">2026-08-28T00:49:12Z</dcterms:modified>
</cp:coreProperties>
</file>